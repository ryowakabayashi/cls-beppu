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76000" cy="19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80000"/>
            <a:ext cx="1080000" cy="43212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40000" y="201600"/>
            <a:ext cx="16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https://www.cls-beppu.com/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" y="626400"/>
            <a:ext cx="180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コミュニティ・リーダーズ・サミット in 別府</a:t>
            </a:r>
          </a:p>
        </p:txBody>
      </p:sp>
      <p:sp>
        <p:nvSpPr>
          <p:cNvPr id="5" name="Rectangle 4"/>
          <p:cNvSpPr/>
          <p:nvPr/>
        </p:nvSpPr>
        <p:spPr>
          <a:xfrm>
            <a:off x="216000" y="871200"/>
            <a:ext cx="216000" cy="18000"/>
          </a:xfrm>
          <a:prstGeom prst="rect">
            <a:avLst/>
          </a:prstGeom>
          <a:solidFill>
            <a:srgbClr val="B53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000" y="9216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spc="120">
                <a:solidFill>
                  <a:srgbClr val="B53128"/>
                </a:solidFill>
                <a:latin typeface="游ゴシック"/>
                <a:ea typeface="游ゴシック"/>
                <a:cs typeface="游ゴシック"/>
              </a:rPr>
              <a:t>運営チーム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400" y="10584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1F2328"/>
                </a:solidFill>
                <a:latin typeface="游ゴシック"/>
                <a:ea typeface="游ゴシック"/>
                <a:cs typeface="游ゴシック"/>
              </a:rPr>
              <a:t>若林　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000" y="1468800"/>
            <a:ext cx="1584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WAKABAYASHI RYO</a:t>
            </a:r>
          </a:p>
        </p:txBody>
      </p:sp>
      <p:pic>
        <p:nvPicPr>
          <p:cNvPr id="9" name="Picture 8" descr="qr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000" y="882000"/>
            <a:ext cx="612000" cy="61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2000" y="1526400"/>
            <a:ext cx="75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CLS別府</a:t>
            </a:r>
          </a:p>
          <a:p>
            <a:pPr algn="ctr">
              <a:lnSpc>
                <a:spcPct val="115000"/>
              </a:lnSpc>
            </a:pPr>
            <a:r>
              <a:rPr sz="50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公式サイト</a:t>
            </a:r>
          </a:p>
        </p:txBody>
      </p:sp>
      <p:pic>
        <p:nvPicPr>
          <p:cNvPr id="11" name="Picture 10" descr="qr_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4000" y="882000"/>
            <a:ext cx="612000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2000" y="1526400"/>
            <a:ext cx="75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LINE</a:t>
            </a:r>
          </a:p>
          <a:p>
            <a:pPr algn="ctr">
              <a:lnSpc>
                <a:spcPct val="115000"/>
              </a:lnSpc>
            </a:pPr>
            <a:r>
              <a:rPr sz="50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オープンチャット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922400"/>
            <a:ext cx="3276000" cy="57600"/>
          </a:xfrm>
          <a:prstGeom prst="rect">
            <a:avLst/>
          </a:prstGeom>
          <a:solidFill>
            <a:srgbClr val="B53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87200"/>
            <a:ext cx="864000" cy="34570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40000" y="259200"/>
            <a:ext cx="16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0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CLS別府が大切にしていること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000" y="489600"/>
            <a:ext cx="2844000" cy="9000"/>
          </a:xfrm>
          <a:prstGeom prst="rect">
            <a:avLst/>
          </a:prstGeom>
          <a:solidFill>
            <a:srgbClr val="E2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6000" y="590400"/>
            <a:ext cx="612000" cy="180000"/>
          </a:xfrm>
          <a:prstGeom prst="roundRect">
            <a:avLst>
              <a:gd name="adj" fmla="val 28000"/>
            </a:avLst>
          </a:prstGeom>
          <a:solidFill>
            <a:srgbClr val="B53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500" b="1" spc="4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000" y="7920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存在意義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00" y="583200"/>
            <a:ext cx="2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>
                <a:solidFill>
                  <a:srgbClr val="1F2328"/>
                </a:solidFill>
                <a:latin typeface="游ゴシック"/>
                <a:ea typeface="游ゴシック"/>
                <a:cs typeface="游ゴシック"/>
              </a:rPr>
              <a:t>「源泉」となり、挑戦者の熱を全国へ波及させる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6000" y="925200"/>
            <a:ext cx="612000" cy="180000"/>
          </a:xfrm>
          <a:prstGeom prst="roundRect">
            <a:avLst>
              <a:gd name="adj" fmla="val 28000"/>
            </a:avLst>
          </a:prstGeom>
          <a:solidFill>
            <a:srgbClr val="344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500" b="1" spc="4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00" y="11268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目指す未来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" y="918000"/>
            <a:ext cx="2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>
                <a:solidFill>
                  <a:srgbClr val="1F2328"/>
                </a:solidFill>
                <a:latin typeface="游ゴシック"/>
                <a:ea typeface="游ゴシック"/>
                <a:cs typeface="游ゴシック"/>
              </a:rPr>
              <a:t>「越境」が日常になる社会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000" y="1260000"/>
            <a:ext cx="612000" cy="180000"/>
          </a:xfrm>
          <a:prstGeom prst="roundRect">
            <a:avLst>
              <a:gd name="adj" fmla="val 28000"/>
            </a:avLst>
          </a:prstGeom>
          <a:solidFill>
            <a:srgbClr val="347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500" b="1" spc="4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000" y="14616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果たす使命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00" y="1252800"/>
            <a:ext cx="2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1">
                <a:solidFill>
                  <a:srgbClr val="1F2328"/>
                </a:solidFill>
                <a:latin typeface="游ゴシック"/>
                <a:ea typeface="游ゴシック"/>
                <a:cs typeface="游ゴシック"/>
              </a:rPr>
              <a:t>同じ湯に浸かり、次の一歩の背中を力強く押す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6000" y="1594800"/>
            <a:ext cx="612000" cy="180000"/>
          </a:xfrm>
          <a:prstGeom prst="roundRect">
            <a:avLst>
              <a:gd name="adj" fmla="val 28000"/>
            </a:avLst>
          </a:prstGeom>
          <a:solidFill>
            <a:srgbClr val="B76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500" b="1" spc="4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000" y="1796400"/>
            <a:ext cx="612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" b="0">
                <a:solidFill>
                  <a:srgbClr val="6B7480"/>
                </a:solidFill>
                <a:latin typeface="游ゴシック"/>
                <a:ea typeface="游ゴシック"/>
                <a:cs typeface="游ゴシック"/>
              </a:rPr>
              <a:t>行動指針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00" y="1587599"/>
            <a:ext cx="2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30" b="0">
                <a:solidFill>
                  <a:srgbClr val="1F2328"/>
                </a:solidFill>
                <a:latin typeface="游ゴシック"/>
                <a:ea typeface="游ゴシック"/>
                <a:cs typeface="游ゴシック"/>
              </a:rPr>
              <a:t>#とりあえず浸かる ／ #湯加減をみるな、自ら熱を足せ</a:t>
            </a:r>
          </a:p>
          <a:p>
            <a:pPr algn="l">
              <a:lnSpc>
                <a:spcPct val="125000"/>
              </a:lnSpc>
            </a:pPr>
            <a:r>
              <a:rPr sz="630" b="0">
                <a:solidFill>
                  <a:srgbClr val="1F2328"/>
                </a:solidFill>
                <a:latin typeface="游ゴシック"/>
                <a:ea typeface="游ゴシック"/>
                <a:cs typeface="游ゴシック"/>
              </a:rPr>
              <a:t>#裸で語り合う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1922400"/>
            <a:ext cx="3276000" cy="57600"/>
          </a:xfrm>
          <a:prstGeom prst="rect">
            <a:avLst/>
          </a:prstGeom>
          <a:solidFill>
            <a:srgbClr val="B53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